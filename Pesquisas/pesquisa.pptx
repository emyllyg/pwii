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57" r:id="rId5"/>
    <p:sldId id="272" r:id="rId6"/>
    <p:sldId id="273" r:id="rId7"/>
    <p:sldId id="274" r:id="rId8"/>
    <p:sldId id="275" r:id="rId9"/>
    <p:sldId id="259" r:id="rId10"/>
    <p:sldId id="276" r:id="rId11"/>
  </p:sldIdLst>
  <p:sldSz cx="12188825" cy="6858000"/>
  <p:notesSz cx="6858000" cy="9144000"/>
  <p:defaultTextStyle>
    <a:defPPr rtl="0">
      <a:defRPr lang="pt-br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76D25F-5B06-4D36-84E2-C413696CA233}" v="55" dt="2025-04-28T20:09:42.6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113" d="100"/>
          <a:sy n="113" d="100"/>
        </p:scale>
        <p:origin x="510" y="11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ylly Grazyely" userId="bcf66e98698c609f" providerId="LiveId" clId="{C676D25F-5B06-4D36-84E2-C413696CA233}"/>
    <pc:docChg chg="undo custSel modSld">
      <pc:chgData name="Emylly Grazyely" userId="bcf66e98698c609f" providerId="LiveId" clId="{C676D25F-5B06-4D36-84E2-C413696CA233}" dt="2025-04-28T20:14:12.573" v="124" actId="20577"/>
      <pc:docMkLst>
        <pc:docMk/>
      </pc:docMkLst>
      <pc:sldChg chg="modSp mod">
        <pc:chgData name="Emylly Grazyely" userId="bcf66e98698c609f" providerId="LiveId" clId="{C676D25F-5B06-4D36-84E2-C413696CA233}" dt="2025-04-28T20:14:12.573" v="124" actId="20577"/>
        <pc:sldMkLst>
          <pc:docMk/>
          <pc:sldMk cId="1332291891" sldId="257"/>
        </pc:sldMkLst>
        <pc:spChg chg="mod">
          <ac:chgData name="Emylly Grazyely" userId="bcf66e98698c609f" providerId="LiveId" clId="{C676D25F-5B06-4D36-84E2-C413696CA233}" dt="2025-04-28T20:14:12.573" v="124" actId="20577"/>
          <ac:spMkLst>
            <pc:docMk/>
            <pc:sldMk cId="1332291891" sldId="257"/>
            <ac:spMk id="3" creationId="{DC27774A-8F62-F773-6EA3-25AA81EFA843}"/>
          </ac:spMkLst>
        </pc:spChg>
      </pc:sldChg>
      <pc:sldChg chg="modSp mod">
        <pc:chgData name="Emylly Grazyely" userId="bcf66e98698c609f" providerId="LiveId" clId="{C676D25F-5B06-4D36-84E2-C413696CA233}" dt="2025-04-28T20:10:15.344" v="117" actId="1076"/>
        <pc:sldMkLst>
          <pc:docMk/>
          <pc:sldMk cId="3660041980" sldId="272"/>
        </pc:sldMkLst>
        <pc:spChg chg="mod">
          <ac:chgData name="Emylly Grazyely" userId="bcf66e98698c609f" providerId="LiveId" clId="{C676D25F-5B06-4D36-84E2-C413696CA233}" dt="2025-04-28T20:10:06.914" v="114" actId="1076"/>
          <ac:spMkLst>
            <pc:docMk/>
            <pc:sldMk cId="3660041980" sldId="272"/>
            <ac:spMk id="3" creationId="{771D10AB-B26B-1E05-ADCA-A4A6CFA6B6B5}"/>
          </ac:spMkLst>
        </pc:spChg>
        <pc:picChg chg="mod">
          <ac:chgData name="Emylly Grazyely" userId="bcf66e98698c609f" providerId="LiveId" clId="{C676D25F-5B06-4D36-84E2-C413696CA233}" dt="2025-04-28T20:10:15.344" v="117" actId="1076"/>
          <ac:picMkLst>
            <pc:docMk/>
            <pc:sldMk cId="3660041980" sldId="272"/>
            <ac:picMk id="4" creationId="{6F1239A8-3CF5-80DF-9AB7-277260C2A762}"/>
          </ac:picMkLst>
        </pc:picChg>
      </pc:sldChg>
      <pc:sldChg chg="addSp delSp modSp mod">
        <pc:chgData name="Emylly Grazyely" userId="bcf66e98698c609f" providerId="LiveId" clId="{C676D25F-5B06-4D36-84E2-C413696CA233}" dt="2025-04-28T19:56:32.539" v="7" actId="1076"/>
        <pc:sldMkLst>
          <pc:docMk/>
          <pc:sldMk cId="2266363044" sldId="273"/>
        </pc:sldMkLst>
        <pc:picChg chg="del">
          <ac:chgData name="Emylly Grazyely" userId="bcf66e98698c609f" providerId="LiveId" clId="{C676D25F-5B06-4D36-84E2-C413696CA233}" dt="2025-04-28T19:56:29.549" v="6" actId="478"/>
          <ac:picMkLst>
            <pc:docMk/>
            <pc:sldMk cId="2266363044" sldId="273"/>
            <ac:picMk id="4" creationId="{AE47570E-F4B4-7A26-2412-4D4C4756F2EA}"/>
          </ac:picMkLst>
        </pc:picChg>
        <pc:picChg chg="add mod">
          <ac:chgData name="Emylly Grazyely" userId="bcf66e98698c609f" providerId="LiveId" clId="{C676D25F-5B06-4D36-84E2-C413696CA233}" dt="2025-04-28T19:56:32.539" v="7" actId="1076"/>
          <ac:picMkLst>
            <pc:docMk/>
            <pc:sldMk cId="2266363044" sldId="273"/>
            <ac:picMk id="1026" creationId="{920F40A6-5700-A544-1A35-F3EBBCDC7BD0}"/>
          </ac:picMkLst>
        </pc:picChg>
      </pc:sldChg>
      <pc:sldChg chg="addSp delSp modSp mod">
        <pc:chgData name="Emylly Grazyely" userId="bcf66e98698c609f" providerId="LiveId" clId="{C676D25F-5B06-4D36-84E2-C413696CA233}" dt="2025-04-28T20:09:45.859" v="112" actId="1076"/>
        <pc:sldMkLst>
          <pc:docMk/>
          <pc:sldMk cId="3565287384" sldId="274"/>
        </pc:sldMkLst>
        <pc:spChg chg="mod">
          <ac:chgData name="Emylly Grazyely" userId="bcf66e98698c609f" providerId="LiveId" clId="{C676D25F-5B06-4D36-84E2-C413696CA233}" dt="2025-04-28T20:09:33.263" v="109" actId="1076"/>
          <ac:spMkLst>
            <pc:docMk/>
            <pc:sldMk cId="3565287384" sldId="274"/>
            <ac:spMk id="2" creationId="{CBE289C1-15C9-135D-31DD-6B74090B3473}"/>
          </ac:spMkLst>
        </pc:spChg>
        <pc:spChg chg="mod">
          <ac:chgData name="Emylly Grazyely" userId="bcf66e98698c609f" providerId="LiveId" clId="{C676D25F-5B06-4D36-84E2-C413696CA233}" dt="2025-04-28T20:09:45.859" v="112" actId="1076"/>
          <ac:spMkLst>
            <pc:docMk/>
            <pc:sldMk cId="3565287384" sldId="274"/>
            <ac:spMk id="3" creationId="{942E62A7-A4E4-962A-9045-B2609F5472F3}"/>
          </ac:spMkLst>
        </pc:spChg>
        <pc:spChg chg="add">
          <ac:chgData name="Emylly Grazyely" userId="bcf66e98698c609f" providerId="LiveId" clId="{C676D25F-5B06-4D36-84E2-C413696CA233}" dt="2025-04-28T19:59:09.976" v="8"/>
          <ac:spMkLst>
            <pc:docMk/>
            <pc:sldMk cId="3565287384" sldId="274"/>
            <ac:spMk id="7" creationId="{D86CA0A5-6308-9737-F16A-C71220AAF381}"/>
          </ac:spMkLst>
        </pc:spChg>
        <pc:spChg chg="add">
          <ac:chgData name="Emylly Grazyely" userId="bcf66e98698c609f" providerId="LiveId" clId="{C676D25F-5B06-4D36-84E2-C413696CA233}" dt="2025-04-28T19:59:41.308" v="16"/>
          <ac:spMkLst>
            <pc:docMk/>
            <pc:sldMk cId="3565287384" sldId="274"/>
            <ac:spMk id="9" creationId="{485382B2-DAA3-EC72-2786-E11286EE1D24}"/>
          </ac:spMkLst>
        </pc:spChg>
        <pc:spChg chg="add del mod ord">
          <ac:chgData name="Emylly Grazyely" userId="bcf66e98698c609f" providerId="LiveId" clId="{C676D25F-5B06-4D36-84E2-C413696CA233}" dt="2025-04-28T20:04:23.068" v="70" actId="478"/>
          <ac:spMkLst>
            <pc:docMk/>
            <pc:sldMk cId="3565287384" sldId="274"/>
            <ac:spMk id="11" creationId="{BE220517-5B30-207B-55F9-5B30138EDAFE}"/>
          </ac:spMkLst>
        </pc:spChg>
        <pc:spChg chg="add del mod ord">
          <ac:chgData name="Emylly Grazyely" userId="bcf66e98698c609f" providerId="LiveId" clId="{C676D25F-5B06-4D36-84E2-C413696CA233}" dt="2025-04-28T20:04:28.015" v="71" actId="478"/>
          <ac:spMkLst>
            <pc:docMk/>
            <pc:sldMk cId="3565287384" sldId="274"/>
            <ac:spMk id="12" creationId="{ED5D16EF-153E-7227-6DD7-3328C9DF0655}"/>
          </ac:spMkLst>
        </pc:spChg>
        <pc:spChg chg="add">
          <ac:chgData name="Emylly Grazyely" userId="bcf66e98698c609f" providerId="LiveId" clId="{C676D25F-5B06-4D36-84E2-C413696CA233}" dt="2025-04-28T20:05:40.772" v="72"/>
          <ac:spMkLst>
            <pc:docMk/>
            <pc:sldMk cId="3565287384" sldId="274"/>
            <ac:spMk id="13" creationId="{2D64879A-214B-7ACD-9FC3-85C88D2BFE79}"/>
          </ac:spMkLst>
        </pc:spChg>
        <pc:spChg chg="add">
          <ac:chgData name="Emylly Grazyely" userId="bcf66e98698c609f" providerId="LiveId" clId="{C676D25F-5B06-4D36-84E2-C413696CA233}" dt="2025-04-28T20:06:17.173" v="81"/>
          <ac:spMkLst>
            <pc:docMk/>
            <pc:sldMk cId="3565287384" sldId="274"/>
            <ac:spMk id="15" creationId="{068C87E3-807A-E5B5-40BC-1DE3C1D352C2}"/>
          </ac:spMkLst>
        </pc:spChg>
        <pc:picChg chg="del">
          <ac:chgData name="Emylly Grazyely" userId="bcf66e98698c609f" providerId="LiveId" clId="{C676D25F-5B06-4D36-84E2-C413696CA233}" dt="2025-04-28T20:00:08.840" v="25" actId="478"/>
          <ac:picMkLst>
            <pc:docMk/>
            <pc:sldMk cId="3565287384" sldId="274"/>
            <ac:picMk id="4" creationId="{E604C9CC-723F-2241-35B3-EB45866CE1D5}"/>
          </ac:picMkLst>
        </pc:picChg>
        <pc:picChg chg="add del mod">
          <ac:chgData name="Emylly Grazyely" userId="bcf66e98698c609f" providerId="LiveId" clId="{C676D25F-5B06-4D36-84E2-C413696CA233}" dt="2025-04-28T20:00:07.273" v="24" actId="478"/>
          <ac:picMkLst>
            <pc:docMk/>
            <pc:sldMk cId="3565287384" sldId="274"/>
            <ac:picMk id="8" creationId="{F85C87E0-2259-3E30-1EA0-6695F5BB5F70}"/>
          </ac:picMkLst>
        </pc:picChg>
        <pc:picChg chg="add del mod">
          <ac:chgData name="Emylly Grazyely" userId="bcf66e98698c609f" providerId="LiveId" clId="{C676D25F-5B06-4D36-84E2-C413696CA233}" dt="2025-04-28T20:01:15.315" v="37" actId="478"/>
          <ac:picMkLst>
            <pc:docMk/>
            <pc:sldMk cId="3565287384" sldId="274"/>
            <ac:picMk id="10" creationId="{8074B12C-3BCF-AAC5-0278-30F2A9D31BC4}"/>
          </ac:picMkLst>
        </pc:picChg>
        <pc:picChg chg="add del mod">
          <ac:chgData name="Emylly Grazyely" userId="bcf66e98698c609f" providerId="LiveId" clId="{C676D25F-5B06-4D36-84E2-C413696CA233}" dt="2025-04-28T20:07:18.440" v="93" actId="478"/>
          <ac:picMkLst>
            <pc:docMk/>
            <pc:sldMk cId="3565287384" sldId="274"/>
            <ac:picMk id="14" creationId="{1750B5B2-3775-63B6-F47F-15286DC0789F}"/>
          </ac:picMkLst>
        </pc:picChg>
        <pc:picChg chg="add del mod">
          <ac:chgData name="Emylly Grazyely" userId="bcf66e98698c609f" providerId="LiveId" clId="{C676D25F-5B06-4D36-84E2-C413696CA233}" dt="2025-04-28T20:06:30.936" v="87" actId="478"/>
          <ac:picMkLst>
            <pc:docMk/>
            <pc:sldMk cId="3565287384" sldId="274"/>
            <ac:picMk id="16" creationId="{8A14AEC3-DFE3-09C9-06EF-9661FCEE7086}"/>
          </ac:picMkLst>
        </pc:picChg>
        <pc:picChg chg="add del mod">
          <ac:chgData name="Emylly Grazyely" userId="bcf66e98698c609f" providerId="LiveId" clId="{C676D25F-5B06-4D36-84E2-C413696CA233}" dt="2025-04-28T20:06:05.895" v="79" actId="478"/>
          <ac:picMkLst>
            <pc:docMk/>
            <pc:sldMk cId="3565287384" sldId="274"/>
            <ac:picMk id="2054" creationId="{14A825FC-FA95-DEF0-A24A-8436BFCC5322}"/>
          </ac:picMkLst>
        </pc:picChg>
        <pc:picChg chg="add mod">
          <ac:chgData name="Emylly Grazyely" userId="bcf66e98698c609f" providerId="LiveId" clId="{C676D25F-5B06-4D36-84E2-C413696CA233}" dt="2025-04-28T20:09:42.614" v="111" actId="1076"/>
          <ac:picMkLst>
            <pc:docMk/>
            <pc:sldMk cId="3565287384" sldId="274"/>
            <ac:picMk id="2060" creationId="{ABEE8C97-AD57-7C38-F36D-7984BF805044}"/>
          </ac:picMkLst>
        </pc:picChg>
      </pc:sldChg>
      <pc:sldChg chg="addSp delSp modSp mod">
        <pc:chgData name="Emylly Grazyely" userId="bcf66e98698c609f" providerId="LiveId" clId="{C676D25F-5B06-4D36-84E2-C413696CA233}" dt="2025-04-28T20:09:01.031" v="108" actId="1076"/>
        <pc:sldMkLst>
          <pc:docMk/>
          <pc:sldMk cId="1584590577" sldId="275"/>
        </pc:sldMkLst>
        <pc:picChg chg="del">
          <ac:chgData name="Emylly Grazyely" userId="bcf66e98698c609f" providerId="LiveId" clId="{C676D25F-5B06-4D36-84E2-C413696CA233}" dt="2025-04-28T20:08:50.324" v="104" actId="478"/>
          <ac:picMkLst>
            <pc:docMk/>
            <pc:sldMk cId="1584590577" sldId="275"/>
            <ac:picMk id="4" creationId="{473EB57F-2B9B-37F4-77A0-DE709EEEBB3A}"/>
          </ac:picMkLst>
        </pc:picChg>
        <pc:picChg chg="add mod">
          <ac:chgData name="Emylly Grazyely" userId="bcf66e98698c609f" providerId="LiveId" clId="{C676D25F-5B06-4D36-84E2-C413696CA233}" dt="2025-04-28T20:09:01.031" v="108" actId="1076"/>
          <ac:picMkLst>
            <pc:docMk/>
            <pc:sldMk cId="1584590577" sldId="275"/>
            <ac:picMk id="3074" creationId="{822C1AAA-DF2C-42DD-665A-C92B165B51F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79429053-DC2A-4342-ADD4-2FD729D91E2C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Clique para editar o texto Mestre</a:t>
            </a:r>
          </a:p>
          <a:p>
            <a:pPr lvl="1" rtl="0"/>
            <a:r>
              <a:t>Segundo nível</a:t>
            </a:r>
          </a:p>
          <a:p>
            <a:pPr lvl="2" rtl="0"/>
            <a:r>
              <a:t>Terceiro nível</a:t>
            </a:r>
          </a:p>
          <a:p>
            <a:pPr lvl="3" rtl="0"/>
            <a:r>
              <a:t>Quarto nível</a:t>
            </a:r>
          </a:p>
          <a:p>
            <a:pPr lvl="4" rtl="0"/>
            <a:r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3EBA5BD7-F043-4D1B-AA17-CD412FC534DE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inhas inferio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v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0" name="Forma Liv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2" name="Espaço Reservado para Dat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23" name="Espaço Reservado para Rodapé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24" name="Espaço Reservado para o Número do Slide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pt-BR"/>
              <a:t>Clique no ícone para adicionar uma imagem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inhas à esqu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v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4" name="Forma Liv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</p:grp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pt-br"/>
              <a:t>Clique para editar o estilo de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pt-br"/>
              <a:t>Editar estilos de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14DD1E-5D91-48A3-AD6D-45FBA980D106}" type="slidenum">
              <a:rPr/>
              <a:pPr rtl="0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pefy.com/pt-br/blog/automacao-de-tarefas/" TargetMode="External"/><Relationship Id="rId2" Type="http://schemas.openxmlformats.org/officeDocument/2006/relationships/hyperlink" Target="https://www.dio.me/articles/o-papel-crucial-da-inteligencia-artificial-nas-linguagens-de-programacao-e-no-cotidiano-dos-profissionais-de-tecnologia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dio.me/articles/uma-nova-forma-de-codar-geracao-automatica-de-codigo-com-ia-57afa6bbb8a2" TargetMode="External"/><Relationship Id="rId5" Type="http://schemas.openxmlformats.org/officeDocument/2006/relationships/hyperlink" Target="https://mittechreview.com.br/a-inteligencia-artificial-ja-escreve-software-para-humanos/" TargetMode="External"/><Relationship Id="rId4" Type="http://schemas.openxmlformats.org/officeDocument/2006/relationships/hyperlink" Target="https://www.serpro.gov.br/menu/noticias/noticias-2023/etica-na-i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5">
            <a:extLst>
              <a:ext uri="{FF2B5EF4-FFF2-40B4-BE49-F238E27FC236}">
                <a16:creationId xmlns:a16="http://schemas.microsoft.com/office/drawing/2014/main" id="{DC27774A-8F62-F773-6EA3-25AA81EFA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600" y="1074812"/>
            <a:ext cx="10373468" cy="2664296"/>
          </a:xfrm>
        </p:spPr>
        <p:txBody>
          <a:bodyPr>
            <a:noAutofit/>
          </a:bodyPr>
          <a:lstStyle/>
          <a:p>
            <a:r>
              <a:rPr lang="pt-BR" sz="6000" dirty="0">
                <a:latin typeface="Bahnschrift SemiBold SemiConden" panose="020B0502040204020203" pitchFamily="34" charset="0"/>
              </a:rPr>
              <a:t>O IMPACTO DA </a:t>
            </a:r>
            <a:r>
              <a:rPr lang="pt-BR" sz="6000">
                <a:latin typeface="Bahnschrift SemiBold SemiConden" panose="020B0502040204020203" pitchFamily="34" charset="0"/>
              </a:rPr>
              <a:t>INTELIGÊNCIA ARTIFICIAL </a:t>
            </a:r>
            <a:r>
              <a:rPr lang="pt-BR" sz="6000" dirty="0">
                <a:latin typeface="Bahnschrift SemiBold SemiConden" panose="020B0502040204020203" pitchFamily="34" charset="0"/>
              </a:rPr>
              <a:t>NA PROGRAMAÇÃO:</a:t>
            </a:r>
          </a:p>
        </p:txBody>
      </p:sp>
      <p:sp>
        <p:nvSpPr>
          <p:cNvPr id="4" name="Subtítulo 8">
            <a:extLst>
              <a:ext uri="{FF2B5EF4-FFF2-40B4-BE49-F238E27FC236}">
                <a16:creationId xmlns:a16="http://schemas.microsoft.com/office/drawing/2014/main" id="{BC10070B-8A43-42CA-BE93-521A2EF70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4005064"/>
            <a:ext cx="8734425" cy="1752600"/>
          </a:xfrm>
        </p:spPr>
        <p:txBody>
          <a:bodyPr>
            <a:normAutofit/>
          </a:bodyPr>
          <a:lstStyle/>
          <a:p>
            <a:r>
              <a:rPr lang="pt-BR" sz="3200" dirty="0">
                <a:latin typeface="Bahnschrift SemiBold SemiConden" panose="020B0502040204020203" pitchFamily="34" charset="0"/>
              </a:rPr>
              <a:t>AVANÇOS, DESAFIOS E TENDÊNCIAS</a:t>
            </a:r>
            <a:r>
              <a:rPr lang="pt-BR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5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E7BA51-14F2-FA26-46C2-742168693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619" y="620688"/>
            <a:ext cx="8715217" cy="1223963"/>
          </a:xfrm>
        </p:spPr>
        <p:txBody>
          <a:bodyPr anchor="b">
            <a:noAutofit/>
          </a:bodyPr>
          <a:lstStyle/>
          <a:p>
            <a:r>
              <a:rPr lang="pt-BR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Evolução das linguagens de programação devido à IA:</a:t>
            </a:r>
            <a:endParaRPr lang="pt-BR" sz="4400" dirty="0">
              <a:latin typeface="Bahnschrift SemiBold SemiConden" panose="020B0502040204020203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1D10AB-B26B-1E05-ADCA-A4A6CFA6B6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3852" y="2276872"/>
            <a:ext cx="5760640" cy="4465320"/>
          </a:xfrm>
        </p:spPr>
        <p:txBody>
          <a:bodyPr>
            <a:normAutofit/>
          </a:bodyPr>
          <a:lstStyle/>
          <a:p>
            <a:r>
              <a:rPr lang="pt-BR" sz="2000" dirty="0"/>
              <a:t>As linguagens de programação têm evoluído em uma velocidade impressionante, em grande parte devido aos avanços na inteligência artificial. As ferramentas de IA, como completadores de código e sugestões de correção, estão se tornando comuns em ambientes de desenvolvimento integrado (</a:t>
            </a:r>
            <a:r>
              <a:rPr lang="pt-BR" sz="2000" dirty="0" err="1"/>
              <a:t>IDEs</a:t>
            </a:r>
            <a:r>
              <a:rPr lang="pt-BR" sz="2000" dirty="0"/>
              <a:t>), com algoritmos que identificam áreas de melhoria e sugere alterações para tornar os programas mais eficientes e rápidos. A IA tem sido fundamental no desenvolvimento de linguagens mais inteligentes e eficientes, proporcionando aos programadores ferramentas poderosas para criar softwares de forma mais rápida e eficaz.</a:t>
            </a:r>
          </a:p>
        </p:txBody>
      </p:sp>
      <p:pic>
        <p:nvPicPr>
          <p:cNvPr id="4" name="Espaço Reservado para Imagem 7">
            <a:extLst>
              <a:ext uri="{FF2B5EF4-FFF2-40B4-BE49-F238E27FC236}">
                <a16:creationId xmlns:a16="http://schemas.microsoft.com/office/drawing/2014/main" id="{6F1239A8-3CF5-80DF-9AB7-277260C2A7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54" r="11054"/>
          <a:stretch>
            <a:fillRect/>
          </a:stretch>
        </p:blipFill>
        <p:spPr>
          <a:xfrm>
            <a:off x="7174532" y="2564904"/>
            <a:ext cx="4212759" cy="3096344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0041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8609F-6C05-F201-5DFC-38341F567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BE85E5-0067-2005-27B2-FC37E1779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259" y="692696"/>
            <a:ext cx="9121626" cy="1223963"/>
          </a:xfrm>
        </p:spPr>
        <p:txBody>
          <a:bodyPr anchor="b">
            <a:noAutofit/>
          </a:bodyPr>
          <a:lstStyle/>
          <a:p>
            <a:r>
              <a:rPr lang="pt-BR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Automação de tarefas no desenvolvimento de software:</a:t>
            </a:r>
            <a:endParaRPr lang="pt-BR" sz="44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AB38F5-419B-00D6-864A-0851B75EE7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13892" y="2627712"/>
            <a:ext cx="5040560" cy="2890008"/>
          </a:xfrm>
        </p:spPr>
        <p:txBody>
          <a:bodyPr>
            <a:normAutofit/>
          </a:bodyPr>
          <a:lstStyle/>
          <a:p>
            <a:r>
              <a:rPr lang="pt-BR" sz="2000" dirty="0">
                <a:ea typeface="Cascadia Code SemiBold" panose="020B0609020000020004" pitchFamily="49" charset="0"/>
                <a:cs typeface="Cascadia Code SemiBold" panose="020B0609020000020004" pitchFamily="49" charset="0"/>
              </a:rPr>
              <a:t>A automação de tarefas é uma estratégia para tornar o trabalho mais fácil e rápido, melhorando a consistência e a precisão de processos. Isso ocorre porque a automação reduz o tempo e a energia necessários para concluir tarefas e trabalhos repetitivos e frequentes. Automatizar tarefas diminui a quantidade de trabalho manual necessário para concluir um processo ou entregar resultados.</a:t>
            </a:r>
          </a:p>
        </p:txBody>
      </p:sp>
      <p:pic>
        <p:nvPicPr>
          <p:cNvPr id="1026" name="Picture 2" descr="Automação de Processos e Desenvolvimento de Software – COMPRACO Soluções e  Tecnologias">
            <a:extLst>
              <a:ext uri="{FF2B5EF4-FFF2-40B4-BE49-F238E27FC236}">
                <a16:creationId xmlns:a16="http://schemas.microsoft.com/office/drawing/2014/main" id="{920F40A6-5700-A544-1A35-F3EBBCDC7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564" y="2627712"/>
            <a:ext cx="3857072" cy="283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6363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CD809-F20E-ECBC-5055-B36CE20AB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E289C1-15C9-135D-31DD-6B74090B3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868" y="260648"/>
            <a:ext cx="11932313" cy="1223963"/>
          </a:xfrm>
        </p:spPr>
        <p:txBody>
          <a:bodyPr anchor="b">
            <a:noAutofit/>
          </a:bodyPr>
          <a:lstStyle/>
          <a:p>
            <a:r>
              <a:rPr lang="pt-BR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Ética no uso de IA para programação:</a:t>
            </a:r>
            <a:endParaRPr lang="pt-BR" sz="44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2E62A7-A4E4-962A-9045-B2609F547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836" y="1916832"/>
            <a:ext cx="6408712" cy="2715349"/>
          </a:xfrm>
        </p:spPr>
        <p:txBody>
          <a:bodyPr>
            <a:noAutofit/>
          </a:bodyPr>
          <a:lstStyle/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pt-BR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Segundo o Projeto de Lei (PL 2338/23) que regulamenta o desenvolvimento e uso da Inteligência Artificial pelo poder público e sociedade em seu texto estabelece princípios, direitos, deveres e instrumentos de governança para IA. Entre outros pontos, propõe que o uso da IA deve fundamentar-se no respeito aos direitos humanos e aos valores democráticos, na igualdade, não discriminação, pluralidade, livre iniciativa e na privacidade de dados. Como princípio a garantia de transparência sobre o seu uso e funcionamento e cita a efetiva implementação de código de ética.</a:t>
            </a:r>
          </a:p>
        </p:txBody>
      </p:sp>
      <p:pic>
        <p:nvPicPr>
          <p:cNvPr id="2060" name="Picture 12" descr="Por qué la inteligencia artificial solo será útil si se usa de manera ética">
            <a:extLst>
              <a:ext uri="{FF2B5EF4-FFF2-40B4-BE49-F238E27FC236}">
                <a16:creationId xmlns:a16="http://schemas.microsoft.com/office/drawing/2014/main" id="{ABEE8C97-AD57-7C38-F36D-7984BF805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0596" y="2564904"/>
            <a:ext cx="3944808" cy="2910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5287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39FC0-5F8B-8FD9-AD49-4461BFD73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7D75E-B519-DBDA-52B4-82B0FDE3A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868" y="908720"/>
            <a:ext cx="8280920" cy="1223963"/>
          </a:xfrm>
        </p:spPr>
        <p:txBody>
          <a:bodyPr anchor="b">
            <a:no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pt-BR" sz="4400" kern="100" dirty="0">
                <a:effectLst/>
                <a:latin typeface="Bahnschrift SemiBold SemiConden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Comparação entre código gerado por humanos e IA: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2509CB-2575-D470-6A4D-D3F819A72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5860" y="2636912"/>
            <a:ext cx="5832648" cy="2715349"/>
          </a:xfrm>
        </p:spPr>
        <p:txBody>
          <a:bodyPr>
            <a:noAutofit/>
          </a:bodyPr>
          <a:lstStyle/>
          <a:p>
            <a:r>
              <a:rPr lang="pt-BR" sz="2000" dirty="0">
                <a:ea typeface="Cascadia Code SemiBold" panose="020B0609020000020004" pitchFamily="49" charset="0"/>
                <a:cs typeface="Cascadia Code SemiBold" panose="020B0609020000020004" pitchFamily="49" charset="0"/>
              </a:rPr>
              <a:t>Desenvolvedores experientes são capazes de identificar e corrigir erros, otimizar o desempenho e garantir que o código seja seguro e sustentável. Eles também são responsáveis por implementar padrões de design e garantir que o código seja fácil de manter e escalar. </a:t>
            </a:r>
          </a:p>
          <a:p>
            <a:r>
              <a:rPr lang="pt-BR" sz="2000" dirty="0">
                <a:ea typeface="Cascadia Code SemiBold" panose="020B0609020000020004" pitchFamily="49" charset="0"/>
                <a:cs typeface="Cascadia Code SemiBold" panose="020B0609020000020004" pitchFamily="49" charset="0"/>
              </a:rPr>
              <a:t>Já a Inteligência Artificial se baseia em dados de diversos bancos, principalmente de códigos de outros programadores humanos. Estes podem conter erros ou até mesmo a IA pode cometer erros com ambiguidades semânticas ou na própria interpretação da linguagem natural.</a:t>
            </a:r>
          </a:p>
        </p:txBody>
      </p:sp>
      <p:pic>
        <p:nvPicPr>
          <p:cNvPr id="3074" name="Picture 2" descr="Armonía humano-digital: Entre el futurismo y la realidad - Revista Cloud">
            <a:extLst>
              <a:ext uri="{FF2B5EF4-FFF2-40B4-BE49-F238E27FC236}">
                <a16:creationId xmlns:a16="http://schemas.microsoft.com/office/drawing/2014/main" id="{822C1AAA-DF2C-42DD-665A-C92B165B5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588" y="2924944"/>
            <a:ext cx="3952625" cy="290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45905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625176" y="620688"/>
            <a:ext cx="8938472" cy="1185096"/>
          </a:xfrm>
        </p:spPr>
        <p:txBody>
          <a:bodyPr rtlCol="0">
            <a:normAutofit/>
          </a:bodyPr>
          <a:lstStyle/>
          <a:p>
            <a:pPr rtl="0"/>
            <a:r>
              <a:rPr lang="pt-BR" sz="6000" dirty="0">
                <a:latin typeface="Bahnschrift SemiBold SemiConden" panose="020B0502040204020203" pitchFamily="34" charset="0"/>
              </a:rPr>
              <a:t>O</a:t>
            </a:r>
            <a:r>
              <a:rPr lang="pt-br" sz="6000" dirty="0">
                <a:latin typeface="Bahnschrift SemiBold SemiConden" panose="020B0502040204020203" pitchFamily="34" charset="0"/>
              </a:rPr>
              <a:t>brigada pela atenção!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B23907-FA9D-397A-535A-4F5E18BA1CFB}"/>
              </a:ext>
            </a:extLst>
          </p:cNvPr>
          <p:cNvSpPr txBox="1">
            <a:spLocks/>
          </p:cNvSpPr>
          <p:nvPr/>
        </p:nvSpPr>
        <p:spPr>
          <a:xfrm>
            <a:off x="1701924" y="2336869"/>
            <a:ext cx="5968532" cy="444060"/>
          </a:xfrm>
          <a:prstGeom prst="rect">
            <a:avLst/>
          </a:prstGeom>
        </p:spPr>
        <p:txBody>
          <a:bodyPr vert="horz" lIns="121899" tIns="60949" rIns="121899" bIns="60949" rtlCol="0" anchor="t">
            <a:norm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cap="none" dirty="0">
                <a:solidFill>
                  <a:schemeClr val="tx1"/>
                </a:solidFill>
                <a:ea typeface="Cascadia Code SemiBold" panose="020B0609020000020004" pitchFamily="49" charset="0"/>
                <a:cs typeface="Cascadia Code SemiBold" panose="020B0609020000020004" pitchFamily="49" charset="0"/>
              </a:rPr>
              <a:t>Apresentado por: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3A109012-8BA9-89E7-29B2-8D5E2CB6E73E}"/>
              </a:ext>
            </a:extLst>
          </p:cNvPr>
          <p:cNvSpPr txBox="1">
            <a:spLocks/>
          </p:cNvSpPr>
          <p:nvPr/>
        </p:nvSpPr>
        <p:spPr>
          <a:xfrm>
            <a:off x="1701924" y="3089984"/>
            <a:ext cx="5968532" cy="444060"/>
          </a:xfrm>
          <a:prstGeom prst="rect">
            <a:avLst/>
          </a:prstGeom>
        </p:spPr>
        <p:txBody>
          <a:bodyPr vert="horz" lIns="121899" tIns="60949" rIns="121899" bIns="60949" rtlCol="0" anchor="t">
            <a:norm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cap="none" dirty="0" err="1">
                <a:ea typeface="Cascadia Code SemiBold" panose="020B0609020000020004" pitchFamily="49" charset="0"/>
                <a:cs typeface="Cascadia Code SemiBold" panose="020B0609020000020004" pitchFamily="49" charset="0"/>
              </a:rPr>
              <a:t>Emylly</a:t>
            </a:r>
            <a:r>
              <a:rPr lang="pt-BR" sz="2000" cap="none" dirty="0">
                <a:ea typeface="Cascadia Code SemiBold" panose="020B0609020000020004" pitchFamily="49" charset="0"/>
                <a:cs typeface="Cascadia Code SemiBold" panose="020B0609020000020004" pitchFamily="49" charset="0"/>
              </a:rPr>
              <a:t> G.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2CD89E1-5770-82CA-C058-FDF8FA9A1242}"/>
              </a:ext>
            </a:extLst>
          </p:cNvPr>
          <p:cNvSpPr txBox="1">
            <a:spLocks/>
          </p:cNvSpPr>
          <p:nvPr/>
        </p:nvSpPr>
        <p:spPr>
          <a:xfrm>
            <a:off x="1701924" y="3633012"/>
            <a:ext cx="5968532" cy="444060"/>
          </a:xfrm>
          <a:prstGeom prst="rect">
            <a:avLst/>
          </a:prstGeom>
        </p:spPr>
        <p:txBody>
          <a:bodyPr vert="horz" lIns="121899" tIns="60949" rIns="121899" bIns="60949" rtlCol="0" anchor="t">
            <a:norm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cap="none" dirty="0">
                <a:ea typeface="Cascadia Code SemiBold" panose="020B0609020000020004" pitchFamily="49" charset="0"/>
                <a:cs typeface="Cascadia Code SemiBold" panose="020B0609020000020004" pitchFamily="49" charset="0"/>
              </a:rPr>
              <a:t>Lara César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8165311E-B524-9CFF-C3C7-133D3D4A18F9}"/>
              </a:ext>
            </a:extLst>
          </p:cNvPr>
          <p:cNvSpPr txBox="1">
            <a:spLocks/>
          </p:cNvSpPr>
          <p:nvPr/>
        </p:nvSpPr>
        <p:spPr>
          <a:xfrm>
            <a:off x="1701924" y="4176040"/>
            <a:ext cx="5968532" cy="444060"/>
          </a:xfrm>
          <a:prstGeom prst="rect">
            <a:avLst/>
          </a:prstGeom>
        </p:spPr>
        <p:txBody>
          <a:bodyPr vert="horz" lIns="121899" tIns="60949" rIns="121899" bIns="60949" rtlCol="0" anchor="t">
            <a:norm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cap="none" dirty="0">
                <a:ea typeface="Cascadia Code SemiBold" panose="020B0609020000020004" pitchFamily="49" charset="0"/>
                <a:cs typeface="Cascadia Code SemiBold" panose="020B0609020000020004" pitchFamily="49" charset="0"/>
              </a:rPr>
              <a:t>Maria Eduarda</a:t>
            </a:r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26AB1-6D75-0907-2B20-C3F2B8A2C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8CD1828-FE9A-C840-4253-2FE2D0371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176" y="620688"/>
            <a:ext cx="8938472" cy="1185096"/>
          </a:xfrm>
        </p:spPr>
        <p:txBody>
          <a:bodyPr rtlCol="0">
            <a:normAutofit/>
          </a:bodyPr>
          <a:lstStyle/>
          <a:p>
            <a:pPr rtl="0"/>
            <a:r>
              <a:rPr lang="pt-BR" sz="6000" dirty="0">
                <a:latin typeface="Bahnschrift SemiBold SemiConden" panose="020B0502040204020203" pitchFamily="34" charset="0"/>
              </a:rPr>
              <a:t>Fontes: </a:t>
            </a:r>
            <a:endParaRPr lang="pt-br" sz="6000" dirty="0">
              <a:latin typeface="Bahnschrift SemiBold SemiConden" panose="020B0502040204020203" pitchFamily="34" charset="0"/>
            </a:endParaRP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98A244E9-243C-7BEE-DE58-E84083014EEC}"/>
              </a:ext>
            </a:extLst>
          </p:cNvPr>
          <p:cNvSpPr txBox="1">
            <a:spLocks/>
          </p:cNvSpPr>
          <p:nvPr/>
        </p:nvSpPr>
        <p:spPr>
          <a:xfrm>
            <a:off x="1606264" y="2294999"/>
            <a:ext cx="9433048" cy="444060"/>
          </a:xfrm>
          <a:prstGeom prst="rect">
            <a:avLst/>
          </a:prstGeom>
        </p:spPr>
        <p:txBody>
          <a:bodyPr vert="horz" lIns="121899" tIns="60949" rIns="121899" bIns="60949" rtlCol="0" anchor="t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000" cap="none" dirty="0"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EC8CF622-F2A5-6827-3C06-81F8F2E1D73B}"/>
              </a:ext>
            </a:extLst>
          </p:cNvPr>
          <p:cNvSpPr txBox="1">
            <a:spLocks/>
          </p:cNvSpPr>
          <p:nvPr/>
        </p:nvSpPr>
        <p:spPr>
          <a:xfrm>
            <a:off x="1377888" y="2204864"/>
            <a:ext cx="9433048" cy="3312368"/>
          </a:xfrm>
          <a:prstGeom prst="rect">
            <a:avLst/>
          </a:prstGeom>
        </p:spPr>
        <p:txBody>
          <a:bodyPr vert="horz" lIns="121899" tIns="60949" rIns="121899" bIns="60949" rtlCol="0" anchor="t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u="sng" kern="100" cap="none" dirty="0">
                <a:solidFill>
                  <a:schemeClr val="tx1"/>
                </a:solidFill>
                <a:ea typeface="Aptos" panose="020B000402020202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</a:t>
            </a:r>
            <a:r>
              <a:rPr lang="pt-BR" sz="1800" u="sng" kern="100" cap="none" dirty="0"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ttps://www.Dio.Me/articles/o-papel-crucial-da-inteligencia-artificial-nas-linguagens-de-programacao-e-no-cotidiano-dos-profissionais-de-tecnologia</a:t>
            </a:r>
            <a:endParaRPr lang="pt-BR" sz="1800" u="sng" kern="100" cap="none" dirty="0">
              <a:solidFill>
                <a:schemeClr val="tx1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u="sng" kern="100" cap="none" dirty="0">
              <a:solidFill>
                <a:schemeClr val="tx1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u="sng" kern="100" cap="none" dirty="0"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https://www.pipefy.com/pt-br/blog/automacao-de-tarefas/</a:t>
            </a:r>
            <a:endParaRPr lang="pt-BR" sz="1800" kern="100" cap="none" dirty="0">
              <a:solidFill>
                <a:schemeClr val="tx1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kern="100" cap="none" dirty="0">
              <a:solidFill>
                <a:schemeClr val="tx1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u="sng" kern="100" cap="none" dirty="0"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https://www.serpro.gov.br/menu/noticias/noticias-2023/etica-na-ia</a:t>
            </a:r>
            <a:endParaRPr lang="pt-BR" sz="1800" kern="100" cap="none" dirty="0">
              <a:solidFill>
                <a:schemeClr val="tx1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kern="100" cap="none" dirty="0">
              <a:solidFill>
                <a:schemeClr val="tx1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u="sng" kern="100" cap="none" dirty="0"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https://mittechreview.com.br/a-inteligencia-artificial-ja-escreve-software-para-humanos/</a:t>
            </a:r>
            <a:endParaRPr lang="pt-BR" sz="1800" kern="100" cap="none" dirty="0">
              <a:solidFill>
                <a:schemeClr val="tx1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kern="100" cap="none" dirty="0">
              <a:solidFill>
                <a:schemeClr val="tx1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u="sng" kern="100" cap="none" dirty="0"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https://www.dio.me/articles/uma-nova-forma-de-codar-geracao-automatica-de-codigo-com-ia-57afa6bbb8a2</a:t>
            </a:r>
            <a:endParaRPr lang="pt-BR" sz="1800" kern="100" cap="none" dirty="0">
              <a:solidFill>
                <a:schemeClr val="tx1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kern="100" cap="none" dirty="0">
              <a:solidFill>
                <a:schemeClr val="tx1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625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Tecnologia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14_TF02787990" id="{E2EB6F66-559D-4935-B0FE-CC1100470BBA}" vid="{EDFAEEEF-A820-4D8D-8A70-9CA9D460C139}"/>
    </a:ext>
  </a:extLst>
</a:theme>
</file>

<file path=ppt/theme/theme2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terms/"/>
    <ds:schemaRef ds:uri="http://purl.org/dc/dcmitype/"/>
    <ds:schemaRef ds:uri="http://schemas.microsoft.com/office/2006/metadata/properties"/>
    <ds:schemaRef ds:uri="4873beb7-5857-4685-be1f-d57550cc96c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com linhas de circuito triplas (widescreen)</Template>
  <TotalTime>79</TotalTime>
  <Words>472</Words>
  <Application>Microsoft Office PowerPoint</Application>
  <PresentationFormat>Personalizar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Aptos</vt:lpstr>
      <vt:lpstr>Arial</vt:lpstr>
      <vt:lpstr>Bahnschrift SemiBold SemiConden</vt:lpstr>
      <vt:lpstr>Calibri</vt:lpstr>
      <vt:lpstr>Cascadia Code SemiBold</vt:lpstr>
      <vt:lpstr>Times New Roman</vt:lpstr>
      <vt:lpstr>Tecnologia 16x9</vt:lpstr>
      <vt:lpstr>O IMPACTO DA INTELIGÊNCIA ARTIFICIAL NA PROGRAMAÇÃO:</vt:lpstr>
      <vt:lpstr>Evolução das linguagens de programação devido à IA:</vt:lpstr>
      <vt:lpstr>Automação de tarefas no desenvolvimento de software:</vt:lpstr>
      <vt:lpstr>Ética no uso de IA para programação:</vt:lpstr>
      <vt:lpstr>Comparação entre código gerado por humanos e IA:</vt:lpstr>
      <vt:lpstr>Obrigada pela atenção!</vt:lpstr>
      <vt:lpstr>Fontes: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IMPACTO DA INTELIGÊNCIA ARTIFICIAL NA PROGRAMAÇÃO:</dc:title>
  <dc:creator>Emylly Grazyely</dc:creator>
  <cp:lastModifiedBy>Micro</cp:lastModifiedBy>
  <cp:revision>6</cp:revision>
  <dcterms:created xsi:type="dcterms:W3CDTF">2025-04-28T19:17:00Z</dcterms:created>
  <dcterms:modified xsi:type="dcterms:W3CDTF">2025-05-13T16:06:18Z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